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41"/>
    <p:restoredTop sz="94722"/>
  </p:normalViewPr>
  <p:slideViewPr>
    <p:cSldViewPr snapToGrid="0" snapToObjects="1">
      <p:cViewPr varScale="1">
        <p:scale>
          <a:sx n="139" d="100"/>
          <a:sy n="139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6E69-FA13-CE47-B246-6B6A9F227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43CF4-3703-E545-883F-549E1E62C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9DAED-1143-4949-83FF-630B38B9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32EF7-2E7F-C34B-BC97-A0F5FED8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92AE-AACA-AA41-94E2-ED364BB0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9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7B98-533F-4443-B3FB-2DD54E2B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5305-E599-814D-B987-3EE80A26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CB92A-F8F4-5B46-9A0F-EC7D6D8C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A6FD-1669-3B4A-A8F8-574D489F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0230C-6921-694B-A093-A10ACBCB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3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D5D6-D0A5-CE43-9D4E-5FA20831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C2864-CB3A-FE48-9DD4-621003301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677CF-66A1-8848-967E-2CD2125A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0A99A-2F74-304C-B754-1EA6CF2E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C6A7E-21C9-214E-B75C-6A3591D6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2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A2B8-89FE-A74D-A099-FA134D7F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A197-D1B0-C04D-B68B-3DF787C8D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61506-C945-D64A-917D-A84CF3C3D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A09F1-57D7-4946-AA7C-09B0AE6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9BBCD-C8F7-564B-A375-141AC9E8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1D50A-05FE-9949-8C7C-04A8DCA5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06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BA5E-1214-BD4C-BC73-0E38C832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FBA55-6C32-B14E-82C0-56B74A16C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62B6-5EF0-2E46-9B9F-9114DC465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EF1D7-27BD-CB43-AA8C-CB3A161E8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1F62E-BCA2-CD4C-AE5A-55A5FDAB9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60277-9853-1043-B433-FCC6CC33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5DE72-401D-084C-ABC6-ADEAB1CB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8D5BC-E4AF-2548-968D-41E16ABC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0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B1A7-FFD7-1145-BB7F-A1470D27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90CD0-7CA6-7848-B824-42B3B55C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B7516-98D1-E849-A05B-29D74915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B3363-D9B5-5A4C-886B-6225A753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4EFFC-61F4-AE40-9673-36E17441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0029BE-D6C4-314F-9335-E011A6AC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7494C-0D73-0346-9D8D-E65CFEF4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EEA1-41BE-5348-BF61-EA14D1D3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C299-215A-0047-B6FA-14FADA2B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314A8-2CC5-F44C-ACED-37056B9FE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E8502-DE92-CF43-B2FF-F621434C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FAFCA-5AA1-E74B-AACC-42C4A1BF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BA589-BA2E-4546-866F-FCE07274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C0DB-BC74-6740-BB79-F76E3286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6CCB7-A1AE-B643-A710-EC381EB1F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D68E4-5519-7F45-8A37-04FDEEC8F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779F3-8024-AF4C-A534-25363839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2E86B-0A18-504E-90B9-28DE808D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3AA53-091D-194B-9EC8-61ACE1B9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3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B933-3755-5640-9CA3-9DCFC182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88473-935B-9F4C-84AA-3158550B0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E2E88-6033-2749-BDE8-DD05A440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28292-36B2-2E44-8900-6CCF5528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534AD-A31F-FF43-8B70-A157C879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7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77F3D-8BBE-5142-A963-4AD2FB887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9F12A-4FF3-3F45-AD81-475CC74DE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BC53A-14FD-FB4C-A468-EDDE3C3A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B81E-DB64-DA4A-A246-2975C807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E780-3CBC-7D40-8996-8498910F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0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19620-FBA3-E041-88DF-A6435C7A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EDE19-BA43-CA46-8BC6-27FF1E4D6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DC54-6907-3543-BCB9-5ED40871F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ABCC7-E1BE-EF4E-A31F-FB731861200A}" type="datetimeFigureOut">
              <a:rPr lang="en-US" smtClean="0"/>
              <a:t>4/15/20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C1BDF-9E70-4642-BAAE-C7ACF4891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501D-2495-CE47-A523-A06C0ABC4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36942-6A9B-4149-B57E-75BDC8930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0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9CBA8EA8-6FB3-F446-BBA2-1D0607C73F5B}"/>
              </a:ext>
            </a:extLst>
          </p:cNvPr>
          <p:cNvSpPr/>
          <p:nvPr/>
        </p:nvSpPr>
        <p:spPr>
          <a:xfrm>
            <a:off x="8153400" y="1805277"/>
            <a:ext cx="3962400" cy="17317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ounded Rectangular Callout 46">
            <a:extLst>
              <a:ext uri="{FF2B5EF4-FFF2-40B4-BE49-F238E27FC236}">
                <a16:creationId xmlns:a16="http://schemas.microsoft.com/office/drawing/2014/main" id="{330F0053-9E7C-1747-9FF3-BECA698E9D9B}"/>
              </a:ext>
            </a:extLst>
          </p:cNvPr>
          <p:cNvSpPr/>
          <p:nvPr/>
        </p:nvSpPr>
        <p:spPr>
          <a:xfrm>
            <a:off x="4033265" y="1572135"/>
            <a:ext cx="1559053" cy="955942"/>
          </a:xfrm>
          <a:prstGeom prst="wedgeRoundRectCallout">
            <a:avLst>
              <a:gd name="adj1" fmla="val 61961"/>
              <a:gd name="adj2" fmla="val -2106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Provides structured environment management and switching.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B83BF7-CAFB-3141-8493-8F46D9D33807}"/>
              </a:ext>
            </a:extLst>
          </p:cNvPr>
          <p:cNvSpPr/>
          <p:nvPr/>
        </p:nvSpPr>
        <p:spPr>
          <a:xfrm>
            <a:off x="2652514" y="3736455"/>
            <a:ext cx="1335023" cy="758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E90F7-FABA-A84B-9C3D-7A40DA30C61E}"/>
              </a:ext>
            </a:extLst>
          </p:cNvPr>
          <p:cNvSpPr/>
          <p:nvPr/>
        </p:nvSpPr>
        <p:spPr>
          <a:xfrm>
            <a:off x="5785102" y="299835"/>
            <a:ext cx="2340863" cy="758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Request </a:t>
            </a:r>
          </a:p>
          <a:p>
            <a:pPr algn="ctr"/>
            <a:r>
              <a:rPr lang="en-US" dirty="0"/>
              <a:t>Manager (Interface)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8497C1-5C28-7E45-B530-EDDD914EC40E}"/>
              </a:ext>
            </a:extLst>
          </p:cNvPr>
          <p:cNvSpPr/>
          <p:nvPr/>
        </p:nvSpPr>
        <p:spPr>
          <a:xfrm>
            <a:off x="5812536" y="1557528"/>
            <a:ext cx="1700784" cy="758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Service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FD29B-A8DC-4645-8186-4798DC6D0B75}"/>
              </a:ext>
            </a:extLst>
          </p:cNvPr>
          <p:cNvSpPr/>
          <p:nvPr/>
        </p:nvSpPr>
        <p:spPr>
          <a:xfrm>
            <a:off x="6867143" y="5225796"/>
            <a:ext cx="2621282" cy="10546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Example+Client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C283C2-F795-4E40-9712-5E616972DB0D}"/>
              </a:ext>
            </a:extLst>
          </p:cNvPr>
          <p:cNvSpPr/>
          <p:nvPr/>
        </p:nvSpPr>
        <p:spPr>
          <a:xfrm>
            <a:off x="1770888" y="866763"/>
            <a:ext cx="1700784" cy="758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Service Manager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05BABB-576E-CC43-931C-00A9A268B5F7}"/>
              </a:ext>
            </a:extLst>
          </p:cNvPr>
          <p:cNvGrpSpPr/>
          <p:nvPr/>
        </p:nvGrpSpPr>
        <p:grpSpPr>
          <a:xfrm>
            <a:off x="4471416" y="2944737"/>
            <a:ext cx="3249168" cy="1550670"/>
            <a:chOff x="2752344" y="3332226"/>
            <a:chExt cx="3249168" cy="155067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6B65D3-EECA-2640-9014-7F7614B6D50D}"/>
                </a:ext>
              </a:extLst>
            </p:cNvPr>
            <p:cNvSpPr/>
            <p:nvPr/>
          </p:nvSpPr>
          <p:spPr>
            <a:xfrm>
              <a:off x="2752344" y="3332226"/>
              <a:ext cx="3249168" cy="155067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HTTPClientRequest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7A58F50-697C-E844-8013-1B2A9590FFFA}"/>
                </a:ext>
              </a:extLst>
            </p:cNvPr>
            <p:cNvSpPr txBox="1"/>
            <p:nvPr/>
          </p:nvSpPr>
          <p:spPr>
            <a:xfrm>
              <a:off x="3590544" y="3555230"/>
              <a:ext cx="1572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HTTPRequest</a:t>
              </a:r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CC054A-F2CD-EE46-9409-791624031242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>
            <a:off x="2621280" y="1625715"/>
            <a:ext cx="698746" cy="2110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B28FB1-4ED3-4747-A173-B0579E74938E}"/>
              </a:ext>
            </a:extLst>
          </p:cNvPr>
          <p:cNvCxnSpPr>
            <a:cxnSpLocks/>
            <a:stCxn id="5" idx="1"/>
            <a:endCxn id="9" idx="3"/>
          </p:cNvCxnSpPr>
          <p:nvPr/>
        </p:nvCxnSpPr>
        <p:spPr>
          <a:xfrm flipH="1">
            <a:off x="3471672" y="679311"/>
            <a:ext cx="2313430" cy="56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1E0B03-A233-9A4C-8662-13A4D5C01AA8}"/>
              </a:ext>
            </a:extLst>
          </p:cNvPr>
          <p:cNvCxnSpPr>
            <a:stCxn id="7" idx="1"/>
            <a:endCxn id="9" idx="3"/>
          </p:cNvCxnSpPr>
          <p:nvPr/>
        </p:nvCxnSpPr>
        <p:spPr>
          <a:xfrm flipH="1" flipV="1">
            <a:off x="3471672" y="1246239"/>
            <a:ext cx="2340864" cy="69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F28B02-EA07-7140-9CDA-BF3E760D71B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987537" y="4115931"/>
            <a:ext cx="2879606" cy="1637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9F747-EE2E-1345-9BFC-47A9C5334B76}"/>
              </a:ext>
            </a:extLst>
          </p:cNvPr>
          <p:cNvCxnSpPr>
            <a:stCxn id="6" idx="1"/>
            <a:endCxn id="9" idx="2"/>
          </p:cNvCxnSpPr>
          <p:nvPr/>
        </p:nvCxnSpPr>
        <p:spPr>
          <a:xfrm flipH="1" flipV="1">
            <a:off x="2621280" y="1625715"/>
            <a:ext cx="1850136" cy="2094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5BF9AF-6DFF-ED4F-9603-FC612E95A818}"/>
              </a:ext>
            </a:extLst>
          </p:cNvPr>
          <p:cNvCxnSpPr>
            <a:stCxn id="6" idx="2"/>
            <a:endCxn id="8" idx="1"/>
          </p:cNvCxnSpPr>
          <p:nvPr/>
        </p:nvCxnSpPr>
        <p:spPr>
          <a:xfrm>
            <a:off x="6096000" y="4495407"/>
            <a:ext cx="771143" cy="1257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ular Callout 42">
            <a:extLst>
              <a:ext uri="{FF2B5EF4-FFF2-40B4-BE49-F238E27FC236}">
                <a16:creationId xmlns:a16="http://schemas.microsoft.com/office/drawing/2014/main" id="{FF30B0A2-A962-8942-A30F-92B1D94D2AAF}"/>
              </a:ext>
            </a:extLst>
          </p:cNvPr>
          <p:cNvSpPr/>
          <p:nvPr/>
        </p:nvSpPr>
        <p:spPr>
          <a:xfrm>
            <a:off x="690373" y="1876805"/>
            <a:ext cx="1850136" cy="1481525"/>
          </a:xfrm>
          <a:prstGeom prst="wedgeRoundRectCallout">
            <a:avLst>
              <a:gd name="adj1" fmla="val 26774"/>
              <a:gd name="adj2" fmla="val -6407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Single instance that is passed to a repo not a singleton. Capable of performing multiple requests via the </a:t>
            </a:r>
            <a:r>
              <a:rPr lang="en-US" sz="1100" dirty="0" err="1"/>
              <a:t>RequestManager</a:t>
            </a:r>
            <a:r>
              <a:rPr lang="en-US" sz="1100" dirty="0"/>
              <a:t>. </a:t>
            </a:r>
          </a:p>
        </p:txBody>
      </p:sp>
      <p:sp>
        <p:nvSpPr>
          <p:cNvPr id="44" name="Rounded Rectangular Callout 43">
            <a:extLst>
              <a:ext uri="{FF2B5EF4-FFF2-40B4-BE49-F238E27FC236}">
                <a16:creationId xmlns:a16="http://schemas.microsoft.com/office/drawing/2014/main" id="{6451B39E-84F3-444D-B8DD-66584D7FD63D}"/>
              </a:ext>
            </a:extLst>
          </p:cNvPr>
          <p:cNvSpPr/>
          <p:nvPr/>
        </p:nvSpPr>
        <p:spPr>
          <a:xfrm>
            <a:off x="192001" y="3499669"/>
            <a:ext cx="2066560" cy="1659755"/>
          </a:xfrm>
          <a:prstGeom prst="wedgeRoundRectCallout">
            <a:avLst>
              <a:gd name="adj1" fmla="val 66433"/>
              <a:gd name="adj2" fmla="val -1260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Houses the predefined request collection. This is similar to </a:t>
            </a:r>
            <a:r>
              <a:rPr lang="en-US" sz="1200" dirty="0" err="1"/>
              <a:t>Lokto’s</a:t>
            </a:r>
            <a:r>
              <a:rPr lang="en-US" sz="1200" dirty="0"/>
              <a:t> </a:t>
            </a:r>
            <a:r>
              <a:rPr lang="en-US" sz="1200" dirty="0" err="1"/>
              <a:t>ViewModel</a:t>
            </a:r>
            <a:r>
              <a:rPr lang="en-US" sz="1200" dirty="0"/>
              <a:t> objects. Uses the </a:t>
            </a:r>
            <a:r>
              <a:rPr lang="en-US" sz="1200" dirty="0" err="1"/>
              <a:t>ServiceManager</a:t>
            </a:r>
            <a:r>
              <a:rPr lang="en-US" sz="1200" dirty="0"/>
              <a:t> to execute requests.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C7285764-94A5-3F4D-B9FB-E0BF95719CB1}"/>
              </a:ext>
            </a:extLst>
          </p:cNvPr>
          <p:cNvSpPr/>
          <p:nvPr/>
        </p:nvSpPr>
        <p:spPr>
          <a:xfrm>
            <a:off x="8177784" y="3791045"/>
            <a:ext cx="2054352" cy="1257693"/>
          </a:xfrm>
          <a:prstGeom prst="wedgeRoundRectCallout">
            <a:avLst>
              <a:gd name="adj1" fmla="val 4044"/>
              <a:gd name="adj2" fmla="val 6287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Convenient implementation of the </a:t>
            </a:r>
            <a:r>
              <a:rPr lang="en-US" sz="1200" dirty="0" err="1"/>
              <a:t>HTTPClientRequest</a:t>
            </a:r>
            <a:r>
              <a:rPr lang="en-US" sz="1200" dirty="0"/>
              <a:t> object.</a:t>
            </a:r>
          </a:p>
        </p:txBody>
      </p:sp>
      <p:sp>
        <p:nvSpPr>
          <p:cNvPr id="46" name="Rounded Rectangular Callout 45">
            <a:extLst>
              <a:ext uri="{FF2B5EF4-FFF2-40B4-BE49-F238E27FC236}">
                <a16:creationId xmlns:a16="http://schemas.microsoft.com/office/drawing/2014/main" id="{63FFB091-F81D-7849-835F-B1D1674AF060}"/>
              </a:ext>
            </a:extLst>
          </p:cNvPr>
          <p:cNvSpPr/>
          <p:nvPr/>
        </p:nvSpPr>
        <p:spPr>
          <a:xfrm>
            <a:off x="8382000" y="183421"/>
            <a:ext cx="1850136" cy="1481525"/>
          </a:xfrm>
          <a:prstGeom prst="wedgeRoundRectCallout">
            <a:avLst>
              <a:gd name="adj1" fmla="val -62188"/>
              <a:gd name="adj2" fmla="val -2643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Provides spec for implementing a http transport logic. This allows for use of any available framework without breaking or changing any thing. Useful for mocking </a:t>
            </a:r>
            <a:r>
              <a:rPr lang="en-US" sz="1100" dirty="0" err="1"/>
              <a:t>api</a:t>
            </a:r>
            <a:r>
              <a:rPr lang="en-US" sz="1100" dirty="0"/>
              <a:t> within the app.</a:t>
            </a:r>
          </a:p>
        </p:txBody>
      </p: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0A2AE340-C1C7-E246-B337-58750D3B4921}"/>
              </a:ext>
            </a:extLst>
          </p:cNvPr>
          <p:cNvSpPr/>
          <p:nvPr/>
        </p:nvSpPr>
        <p:spPr>
          <a:xfrm>
            <a:off x="4151376" y="4681453"/>
            <a:ext cx="1550670" cy="821685"/>
          </a:xfrm>
          <a:prstGeom prst="wedgeRoundRectCallout">
            <a:avLst>
              <a:gd name="adj1" fmla="val 19733"/>
              <a:gd name="adj2" fmla="val -65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The actual request data packing and preparation.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07167C-606F-0543-AC7E-F5725F36BC23}"/>
              </a:ext>
            </a:extLst>
          </p:cNvPr>
          <p:cNvSpPr/>
          <p:nvPr/>
        </p:nvSpPr>
        <p:spPr>
          <a:xfrm>
            <a:off x="8296657" y="2340734"/>
            <a:ext cx="1274062" cy="7589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ViewModel</a:t>
            </a:r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44F4545-FF6F-1B41-872F-68B1EC5C7D10}"/>
              </a:ext>
            </a:extLst>
          </p:cNvPr>
          <p:cNvCxnSpPr>
            <a:cxnSpLocks/>
            <a:stCxn id="4" idx="0"/>
            <a:endCxn id="49" idx="2"/>
          </p:cNvCxnSpPr>
          <p:nvPr/>
        </p:nvCxnSpPr>
        <p:spPr>
          <a:xfrm flipV="1">
            <a:off x="3320026" y="3099655"/>
            <a:ext cx="5613662" cy="63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365A90A-B9EA-3445-9C01-6A6CAF8E350F}"/>
              </a:ext>
            </a:extLst>
          </p:cNvPr>
          <p:cNvSpPr/>
          <p:nvPr/>
        </p:nvSpPr>
        <p:spPr>
          <a:xfrm>
            <a:off x="10061448" y="1937004"/>
            <a:ext cx="1938551" cy="12642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 Controller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6E905D-D84C-E846-9DA0-B31D64EAE031}"/>
              </a:ext>
            </a:extLst>
          </p:cNvPr>
          <p:cNvCxnSpPr>
            <a:stCxn id="49" idx="3"/>
            <a:endCxn id="56" idx="1"/>
          </p:cNvCxnSpPr>
          <p:nvPr/>
        </p:nvCxnSpPr>
        <p:spPr>
          <a:xfrm flipV="1">
            <a:off x="9570719" y="2569110"/>
            <a:ext cx="490729" cy="15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3251473-475E-CB46-B8FD-7E9B4B799251}"/>
              </a:ext>
            </a:extLst>
          </p:cNvPr>
          <p:cNvSpPr/>
          <p:nvPr/>
        </p:nvSpPr>
        <p:spPr>
          <a:xfrm>
            <a:off x="2120261" y="5393554"/>
            <a:ext cx="1700784" cy="758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634C38-1A72-4743-8BE9-1CAE7E181B5A}"/>
              </a:ext>
            </a:extLst>
          </p:cNvPr>
          <p:cNvCxnSpPr>
            <a:stCxn id="59" idx="0"/>
            <a:endCxn id="4" idx="2"/>
          </p:cNvCxnSpPr>
          <p:nvPr/>
        </p:nvCxnSpPr>
        <p:spPr>
          <a:xfrm flipV="1">
            <a:off x="2970653" y="4495407"/>
            <a:ext cx="349373" cy="898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F10C9EE-AB9A-F649-A057-687917933BEA}"/>
              </a:ext>
            </a:extLst>
          </p:cNvPr>
          <p:cNvSpPr txBox="1"/>
          <p:nvPr/>
        </p:nvSpPr>
        <p:spPr>
          <a:xfrm>
            <a:off x="8728631" y="188287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Bond</a:t>
            </a:r>
          </a:p>
        </p:txBody>
      </p:sp>
    </p:spTree>
    <p:extLst>
      <p:ext uri="{BB962C8B-B14F-4D97-AF65-F5344CB8AC3E}">
        <p14:creationId xmlns:p14="http://schemas.microsoft.com/office/powerpoint/2010/main" val="376726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116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Xoliswa Ngcobo</dc:creator>
  <cp:lastModifiedBy>Xoliswa Ngcobo</cp:lastModifiedBy>
  <cp:revision>5</cp:revision>
  <dcterms:created xsi:type="dcterms:W3CDTF">2020-04-15T08:30:22Z</dcterms:created>
  <dcterms:modified xsi:type="dcterms:W3CDTF">2020-04-15T10:24:24Z</dcterms:modified>
</cp:coreProperties>
</file>