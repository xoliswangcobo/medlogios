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</p:sldIdLst>
  <p:sldSz cx="10799763" cy="10799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C53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821"/>
    <p:restoredTop sz="94722"/>
  </p:normalViewPr>
  <p:slideViewPr>
    <p:cSldViewPr snapToGrid="0" snapToObjects="1">
      <p:cViewPr>
        <p:scale>
          <a:sx n="88" d="100"/>
          <a:sy n="88" d="100"/>
        </p:scale>
        <p:origin x="1352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9982" y="1767462"/>
            <a:ext cx="9179799" cy="3759917"/>
          </a:xfrm>
        </p:spPr>
        <p:txBody>
          <a:bodyPr anchor="b"/>
          <a:lstStyle>
            <a:lvl1pPr algn="ctr">
              <a:defRPr sz="7087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49971" y="5672376"/>
            <a:ext cx="8099822" cy="2607442"/>
          </a:xfrm>
        </p:spPr>
        <p:txBody>
          <a:bodyPr/>
          <a:lstStyle>
            <a:lvl1pPr marL="0" indent="0" algn="ctr">
              <a:buNone/>
              <a:defRPr sz="2835"/>
            </a:lvl1pPr>
            <a:lvl2pPr marL="539999" indent="0" algn="ctr">
              <a:buNone/>
              <a:defRPr sz="2362"/>
            </a:lvl2pPr>
            <a:lvl3pPr marL="1079998" indent="0" algn="ctr">
              <a:buNone/>
              <a:defRPr sz="2126"/>
            </a:lvl3pPr>
            <a:lvl4pPr marL="1619997" indent="0" algn="ctr">
              <a:buNone/>
              <a:defRPr sz="1890"/>
            </a:lvl4pPr>
            <a:lvl5pPr marL="2159996" indent="0" algn="ctr">
              <a:buNone/>
              <a:defRPr sz="1890"/>
            </a:lvl5pPr>
            <a:lvl6pPr marL="2699995" indent="0" algn="ctr">
              <a:buNone/>
              <a:defRPr sz="1890"/>
            </a:lvl6pPr>
            <a:lvl7pPr marL="3239994" indent="0" algn="ctr">
              <a:buNone/>
              <a:defRPr sz="1890"/>
            </a:lvl7pPr>
            <a:lvl8pPr marL="3779992" indent="0" algn="ctr">
              <a:buNone/>
              <a:defRPr sz="1890"/>
            </a:lvl8pPr>
            <a:lvl9pPr marL="4319991" indent="0" algn="ctr">
              <a:buNone/>
              <a:defRPr sz="189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9B0FC4-21C6-D146-A0D5-0462742094AE}" type="datetimeFigureOut">
              <a:rPr lang="en-US" smtClean="0"/>
              <a:t>4/14/20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6B88BF-4866-634C-B909-D0957000DE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27874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9B0FC4-21C6-D146-A0D5-0462742094AE}" type="datetimeFigureOut">
              <a:rPr lang="en-US" smtClean="0"/>
              <a:t>4/14/20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6B88BF-4866-634C-B909-D0957000DE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17075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859" y="2692444"/>
            <a:ext cx="9314796" cy="4492401"/>
          </a:xfrm>
        </p:spPr>
        <p:txBody>
          <a:bodyPr anchor="b"/>
          <a:lstStyle>
            <a:lvl1pPr>
              <a:defRPr sz="7087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859" y="7227345"/>
            <a:ext cx="9314796" cy="2362447"/>
          </a:xfrm>
        </p:spPr>
        <p:txBody>
          <a:bodyPr/>
          <a:lstStyle>
            <a:lvl1pPr marL="0" indent="0">
              <a:buNone/>
              <a:defRPr sz="2835">
                <a:solidFill>
                  <a:schemeClr val="tx1"/>
                </a:solidFill>
              </a:defRPr>
            </a:lvl1pPr>
            <a:lvl2pPr marL="539999" indent="0">
              <a:buNone/>
              <a:defRPr sz="2362">
                <a:solidFill>
                  <a:schemeClr val="tx1">
                    <a:tint val="75000"/>
                  </a:schemeClr>
                </a:solidFill>
              </a:defRPr>
            </a:lvl2pPr>
            <a:lvl3pPr marL="1079998" indent="0">
              <a:buNone/>
              <a:defRPr sz="2126">
                <a:solidFill>
                  <a:schemeClr val="tx1">
                    <a:tint val="75000"/>
                  </a:schemeClr>
                </a:solidFill>
              </a:defRPr>
            </a:lvl3pPr>
            <a:lvl4pPr marL="1619997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4pPr>
            <a:lvl5pPr marL="2159996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5pPr>
            <a:lvl6pPr marL="2699995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6pPr>
            <a:lvl7pPr marL="3239994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7pPr>
            <a:lvl8pPr marL="3779992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8pPr>
            <a:lvl9pPr marL="4319991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9B0FC4-21C6-D146-A0D5-0462742094AE}" type="datetimeFigureOut">
              <a:rPr lang="en-US" smtClean="0"/>
              <a:t>4/14/20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6B88BF-4866-634C-B909-D0957000DE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30364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42484" y="2874937"/>
            <a:ext cx="4589899" cy="685235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67380" y="2874937"/>
            <a:ext cx="4589899" cy="685235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9B0FC4-21C6-D146-A0D5-0462742094AE}" type="datetimeFigureOut">
              <a:rPr lang="en-US" smtClean="0"/>
              <a:t>4/14/20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6B88BF-4866-634C-B909-D0957000DE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18465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3890" y="574990"/>
            <a:ext cx="9314796" cy="208745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3892" y="2647443"/>
            <a:ext cx="4568805" cy="1297471"/>
          </a:xfrm>
        </p:spPr>
        <p:txBody>
          <a:bodyPr anchor="b"/>
          <a:lstStyle>
            <a:lvl1pPr marL="0" indent="0">
              <a:buNone/>
              <a:defRPr sz="2835" b="1"/>
            </a:lvl1pPr>
            <a:lvl2pPr marL="539999" indent="0">
              <a:buNone/>
              <a:defRPr sz="2362" b="1"/>
            </a:lvl2pPr>
            <a:lvl3pPr marL="1079998" indent="0">
              <a:buNone/>
              <a:defRPr sz="2126" b="1"/>
            </a:lvl3pPr>
            <a:lvl4pPr marL="1619997" indent="0">
              <a:buNone/>
              <a:defRPr sz="1890" b="1"/>
            </a:lvl4pPr>
            <a:lvl5pPr marL="2159996" indent="0">
              <a:buNone/>
              <a:defRPr sz="1890" b="1"/>
            </a:lvl5pPr>
            <a:lvl6pPr marL="2699995" indent="0">
              <a:buNone/>
              <a:defRPr sz="1890" b="1"/>
            </a:lvl6pPr>
            <a:lvl7pPr marL="3239994" indent="0">
              <a:buNone/>
              <a:defRPr sz="1890" b="1"/>
            </a:lvl7pPr>
            <a:lvl8pPr marL="3779992" indent="0">
              <a:buNone/>
              <a:defRPr sz="1890" b="1"/>
            </a:lvl8pPr>
            <a:lvl9pPr marL="4319991" indent="0">
              <a:buNone/>
              <a:defRPr sz="189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43892" y="3944914"/>
            <a:ext cx="4568805" cy="580237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67381" y="2647443"/>
            <a:ext cx="4591306" cy="1297471"/>
          </a:xfrm>
        </p:spPr>
        <p:txBody>
          <a:bodyPr anchor="b"/>
          <a:lstStyle>
            <a:lvl1pPr marL="0" indent="0">
              <a:buNone/>
              <a:defRPr sz="2835" b="1"/>
            </a:lvl1pPr>
            <a:lvl2pPr marL="539999" indent="0">
              <a:buNone/>
              <a:defRPr sz="2362" b="1"/>
            </a:lvl2pPr>
            <a:lvl3pPr marL="1079998" indent="0">
              <a:buNone/>
              <a:defRPr sz="2126" b="1"/>
            </a:lvl3pPr>
            <a:lvl4pPr marL="1619997" indent="0">
              <a:buNone/>
              <a:defRPr sz="1890" b="1"/>
            </a:lvl4pPr>
            <a:lvl5pPr marL="2159996" indent="0">
              <a:buNone/>
              <a:defRPr sz="1890" b="1"/>
            </a:lvl5pPr>
            <a:lvl6pPr marL="2699995" indent="0">
              <a:buNone/>
              <a:defRPr sz="1890" b="1"/>
            </a:lvl6pPr>
            <a:lvl7pPr marL="3239994" indent="0">
              <a:buNone/>
              <a:defRPr sz="1890" b="1"/>
            </a:lvl7pPr>
            <a:lvl8pPr marL="3779992" indent="0">
              <a:buNone/>
              <a:defRPr sz="1890" b="1"/>
            </a:lvl8pPr>
            <a:lvl9pPr marL="4319991" indent="0">
              <a:buNone/>
              <a:defRPr sz="189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67381" y="3944914"/>
            <a:ext cx="4591306" cy="580237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9B0FC4-21C6-D146-A0D5-0462742094AE}" type="datetimeFigureOut">
              <a:rPr lang="en-US" smtClean="0"/>
              <a:t>4/14/20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6B88BF-4866-634C-B909-D0957000DE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48093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9B0FC4-21C6-D146-A0D5-0462742094AE}" type="datetimeFigureOut">
              <a:rPr lang="en-US" smtClean="0"/>
              <a:t>4/14/20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6B88BF-4866-634C-B909-D0957000DE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82046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9B0FC4-21C6-D146-A0D5-0462742094AE}" type="datetimeFigureOut">
              <a:rPr lang="en-US" smtClean="0"/>
              <a:t>4/14/20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6B88BF-4866-634C-B909-D0957000DE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05939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3890" y="719984"/>
            <a:ext cx="3483205" cy="2519945"/>
          </a:xfrm>
        </p:spPr>
        <p:txBody>
          <a:bodyPr anchor="b"/>
          <a:lstStyle>
            <a:lvl1pPr>
              <a:defRPr sz="378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91306" y="1554968"/>
            <a:ext cx="5467380" cy="7674832"/>
          </a:xfrm>
        </p:spPr>
        <p:txBody>
          <a:bodyPr/>
          <a:lstStyle>
            <a:lvl1pPr>
              <a:defRPr sz="3780"/>
            </a:lvl1pPr>
            <a:lvl2pPr>
              <a:defRPr sz="3307"/>
            </a:lvl2pPr>
            <a:lvl3pPr>
              <a:defRPr sz="2835"/>
            </a:lvl3pPr>
            <a:lvl4pPr>
              <a:defRPr sz="2362"/>
            </a:lvl4pPr>
            <a:lvl5pPr>
              <a:defRPr sz="2362"/>
            </a:lvl5pPr>
            <a:lvl6pPr>
              <a:defRPr sz="2362"/>
            </a:lvl6pPr>
            <a:lvl7pPr>
              <a:defRPr sz="2362"/>
            </a:lvl7pPr>
            <a:lvl8pPr>
              <a:defRPr sz="2362"/>
            </a:lvl8pPr>
            <a:lvl9pPr>
              <a:defRPr sz="2362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3890" y="3239929"/>
            <a:ext cx="3483205" cy="6002369"/>
          </a:xfrm>
        </p:spPr>
        <p:txBody>
          <a:bodyPr/>
          <a:lstStyle>
            <a:lvl1pPr marL="0" indent="0">
              <a:buNone/>
              <a:defRPr sz="1890"/>
            </a:lvl1pPr>
            <a:lvl2pPr marL="539999" indent="0">
              <a:buNone/>
              <a:defRPr sz="1654"/>
            </a:lvl2pPr>
            <a:lvl3pPr marL="1079998" indent="0">
              <a:buNone/>
              <a:defRPr sz="1417"/>
            </a:lvl3pPr>
            <a:lvl4pPr marL="1619997" indent="0">
              <a:buNone/>
              <a:defRPr sz="1181"/>
            </a:lvl4pPr>
            <a:lvl5pPr marL="2159996" indent="0">
              <a:buNone/>
              <a:defRPr sz="1181"/>
            </a:lvl5pPr>
            <a:lvl6pPr marL="2699995" indent="0">
              <a:buNone/>
              <a:defRPr sz="1181"/>
            </a:lvl6pPr>
            <a:lvl7pPr marL="3239994" indent="0">
              <a:buNone/>
              <a:defRPr sz="1181"/>
            </a:lvl7pPr>
            <a:lvl8pPr marL="3779992" indent="0">
              <a:buNone/>
              <a:defRPr sz="1181"/>
            </a:lvl8pPr>
            <a:lvl9pPr marL="4319991" indent="0">
              <a:buNone/>
              <a:defRPr sz="118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9B0FC4-21C6-D146-A0D5-0462742094AE}" type="datetimeFigureOut">
              <a:rPr lang="en-US" smtClean="0"/>
              <a:t>4/14/20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6B88BF-4866-634C-B909-D0957000DE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7005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3890" y="719984"/>
            <a:ext cx="3483205" cy="2519945"/>
          </a:xfrm>
        </p:spPr>
        <p:txBody>
          <a:bodyPr anchor="b"/>
          <a:lstStyle>
            <a:lvl1pPr>
              <a:defRPr sz="378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91306" y="1554968"/>
            <a:ext cx="5467380" cy="7674832"/>
          </a:xfrm>
        </p:spPr>
        <p:txBody>
          <a:bodyPr anchor="t"/>
          <a:lstStyle>
            <a:lvl1pPr marL="0" indent="0">
              <a:buNone/>
              <a:defRPr sz="3780"/>
            </a:lvl1pPr>
            <a:lvl2pPr marL="539999" indent="0">
              <a:buNone/>
              <a:defRPr sz="3307"/>
            </a:lvl2pPr>
            <a:lvl3pPr marL="1079998" indent="0">
              <a:buNone/>
              <a:defRPr sz="2835"/>
            </a:lvl3pPr>
            <a:lvl4pPr marL="1619997" indent="0">
              <a:buNone/>
              <a:defRPr sz="2362"/>
            </a:lvl4pPr>
            <a:lvl5pPr marL="2159996" indent="0">
              <a:buNone/>
              <a:defRPr sz="2362"/>
            </a:lvl5pPr>
            <a:lvl6pPr marL="2699995" indent="0">
              <a:buNone/>
              <a:defRPr sz="2362"/>
            </a:lvl6pPr>
            <a:lvl7pPr marL="3239994" indent="0">
              <a:buNone/>
              <a:defRPr sz="2362"/>
            </a:lvl7pPr>
            <a:lvl8pPr marL="3779992" indent="0">
              <a:buNone/>
              <a:defRPr sz="2362"/>
            </a:lvl8pPr>
            <a:lvl9pPr marL="4319991" indent="0">
              <a:buNone/>
              <a:defRPr sz="2362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3890" y="3239929"/>
            <a:ext cx="3483205" cy="6002369"/>
          </a:xfrm>
        </p:spPr>
        <p:txBody>
          <a:bodyPr/>
          <a:lstStyle>
            <a:lvl1pPr marL="0" indent="0">
              <a:buNone/>
              <a:defRPr sz="1890"/>
            </a:lvl1pPr>
            <a:lvl2pPr marL="539999" indent="0">
              <a:buNone/>
              <a:defRPr sz="1654"/>
            </a:lvl2pPr>
            <a:lvl3pPr marL="1079998" indent="0">
              <a:buNone/>
              <a:defRPr sz="1417"/>
            </a:lvl3pPr>
            <a:lvl4pPr marL="1619997" indent="0">
              <a:buNone/>
              <a:defRPr sz="1181"/>
            </a:lvl4pPr>
            <a:lvl5pPr marL="2159996" indent="0">
              <a:buNone/>
              <a:defRPr sz="1181"/>
            </a:lvl5pPr>
            <a:lvl6pPr marL="2699995" indent="0">
              <a:buNone/>
              <a:defRPr sz="1181"/>
            </a:lvl6pPr>
            <a:lvl7pPr marL="3239994" indent="0">
              <a:buNone/>
              <a:defRPr sz="1181"/>
            </a:lvl7pPr>
            <a:lvl8pPr marL="3779992" indent="0">
              <a:buNone/>
              <a:defRPr sz="1181"/>
            </a:lvl8pPr>
            <a:lvl9pPr marL="4319991" indent="0">
              <a:buNone/>
              <a:defRPr sz="118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9B0FC4-21C6-D146-A0D5-0462742094AE}" type="datetimeFigureOut">
              <a:rPr lang="en-US" smtClean="0"/>
              <a:t>4/14/20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6B88BF-4866-634C-B909-D0957000DE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37234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9B0FC4-21C6-D146-A0D5-0462742094AE}" type="datetimeFigureOut">
              <a:rPr lang="en-US" smtClean="0"/>
              <a:t>4/14/20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6B88BF-4866-634C-B909-D0957000DE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39704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728581" y="574987"/>
            <a:ext cx="2328699" cy="915230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42484" y="574987"/>
            <a:ext cx="6851100" cy="915230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9B0FC4-21C6-D146-A0D5-0462742094AE}" type="datetimeFigureOut">
              <a:rPr lang="en-US" smtClean="0"/>
              <a:t>4/14/20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6B88BF-4866-634C-B909-D0957000DE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70869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42484" y="574990"/>
            <a:ext cx="9314796" cy="20874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2484" y="2874937"/>
            <a:ext cx="9314796" cy="68523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2484" y="10009783"/>
            <a:ext cx="2429947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1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9B0FC4-21C6-D146-A0D5-0462742094AE}" type="datetimeFigureOut">
              <a:rPr lang="en-US" smtClean="0"/>
              <a:t>4/14/20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77422" y="10009783"/>
            <a:ext cx="3644920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1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627332" y="10009783"/>
            <a:ext cx="2429947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1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6B88BF-4866-634C-B909-D0957000DE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77352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079998" rtl="0" eaLnBrk="1" latinLnBrk="0" hangingPunct="1">
        <a:lnSpc>
          <a:spcPct val="90000"/>
        </a:lnSpc>
        <a:spcBef>
          <a:spcPct val="0"/>
        </a:spcBef>
        <a:buNone/>
        <a:defRPr sz="519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69999" indent="-269999" algn="l" defTabSz="1079998" rtl="0" eaLnBrk="1" latinLnBrk="0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3307" kern="1200">
          <a:solidFill>
            <a:schemeClr val="tx1"/>
          </a:solidFill>
          <a:latin typeface="+mn-lt"/>
          <a:ea typeface="+mn-ea"/>
          <a:cs typeface="+mn-cs"/>
        </a:defRPr>
      </a:lvl1pPr>
      <a:lvl2pPr marL="809998" indent="-269999" algn="l" defTabSz="1079998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2pPr>
      <a:lvl3pPr marL="1349997" indent="-269999" algn="l" defTabSz="1079998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362" kern="1200">
          <a:solidFill>
            <a:schemeClr val="tx1"/>
          </a:solidFill>
          <a:latin typeface="+mn-lt"/>
          <a:ea typeface="+mn-ea"/>
          <a:cs typeface="+mn-cs"/>
        </a:defRPr>
      </a:lvl3pPr>
      <a:lvl4pPr marL="1889996" indent="-269999" algn="l" defTabSz="1079998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4pPr>
      <a:lvl5pPr marL="2429995" indent="-269999" algn="l" defTabSz="1079998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5pPr>
      <a:lvl6pPr marL="2969994" indent="-269999" algn="l" defTabSz="1079998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6pPr>
      <a:lvl7pPr marL="3509993" indent="-269999" algn="l" defTabSz="1079998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7pPr>
      <a:lvl8pPr marL="4049992" indent="-269999" algn="l" defTabSz="1079998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8pPr>
      <a:lvl9pPr marL="4589991" indent="-269999" algn="l" defTabSz="1079998" rtl="0" eaLnBrk="1" latinLnBrk="0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1pPr>
      <a:lvl2pPr marL="539999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2pPr>
      <a:lvl3pPr marL="1079998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3pPr>
      <a:lvl4pPr marL="1619997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4pPr>
      <a:lvl5pPr marL="2159996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5pPr>
      <a:lvl6pPr marL="2699995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6pPr>
      <a:lvl7pPr marL="3239994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7pPr>
      <a:lvl8pPr marL="3779992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8pPr>
      <a:lvl9pPr marL="4319991" algn="l" defTabSz="1079998" rtl="0" eaLnBrk="1" latinLnBrk="0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EDE017F-8F36-324A-B283-B56C127D376D}"/>
              </a:ext>
            </a:extLst>
          </p:cNvPr>
          <p:cNvSpPr/>
          <p:nvPr/>
        </p:nvSpPr>
        <p:spPr>
          <a:xfrm>
            <a:off x="-1" y="-1"/>
            <a:ext cx="10799763" cy="10799763"/>
          </a:xfrm>
          <a:prstGeom prst="rect">
            <a:avLst/>
          </a:prstGeom>
          <a:solidFill>
            <a:srgbClr val="00C5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bIns="1260000" rtlCol="0" anchor="b" anchorCtr="1"/>
          <a:lstStyle/>
          <a:p>
            <a:pPr algn="ctr"/>
            <a:r>
              <a:rPr lang="en-US" sz="14400" dirty="0" err="1">
                <a:solidFill>
                  <a:schemeClr val="tx1">
                    <a:lumMod val="95000"/>
                    <a:lumOff val="5000"/>
                    <a:alpha val="89000"/>
                  </a:schemeClr>
                </a:solidFill>
                <a:latin typeface="Exo 2" pitchFamily="2" charset="77"/>
              </a:rPr>
              <a:t>MedLog</a:t>
            </a:r>
            <a:endParaRPr lang="en-US" sz="14400" dirty="0">
              <a:solidFill>
                <a:schemeClr val="tx1">
                  <a:lumMod val="95000"/>
                  <a:lumOff val="5000"/>
                  <a:alpha val="89000"/>
                </a:schemeClr>
              </a:solidFill>
              <a:latin typeface="Exo 2" pitchFamily="2" charset="77"/>
            </a:endParaRPr>
          </a:p>
        </p:txBody>
      </p:sp>
      <p:pic>
        <p:nvPicPr>
          <p:cNvPr id="6" name="Picture 5" descr="A picture containing drawing&#10;&#10;Description automatically generated">
            <a:extLst>
              <a:ext uri="{FF2B5EF4-FFF2-40B4-BE49-F238E27FC236}">
                <a16:creationId xmlns:a16="http://schemas.microsoft.com/office/drawing/2014/main" id="{5038D2FC-BD02-5C40-9BB6-A98EF111D32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2000"/>
          </a:blip>
          <a:stretch>
            <a:fillRect/>
          </a:stretch>
        </p:blipFill>
        <p:spPr>
          <a:xfrm>
            <a:off x="955198" y="1036689"/>
            <a:ext cx="4939806" cy="540147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9B1799A2-270F-F548-B860-C6F92B256B93}"/>
              </a:ext>
            </a:extLst>
          </p:cNvPr>
          <p:cNvSpPr/>
          <p:nvPr/>
        </p:nvSpPr>
        <p:spPr>
          <a:xfrm>
            <a:off x="3791451" y="4351726"/>
            <a:ext cx="2211185" cy="2044931"/>
          </a:xfrm>
          <a:prstGeom prst="rect">
            <a:avLst/>
          </a:prstGeom>
          <a:solidFill>
            <a:srgbClr val="00C5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5" name="Picture 14" descr="A close up of a logo&#10;&#10;Description automatically generated">
            <a:extLst>
              <a:ext uri="{FF2B5EF4-FFF2-40B4-BE49-F238E27FC236}">
                <a16:creationId xmlns:a16="http://schemas.microsoft.com/office/drawing/2014/main" id="{04ABE9C3-A9C0-5C48-8876-77D0CC7E16D5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3">
                <a:tint val="45000"/>
                <a:satMod val="400000"/>
              </a:schemeClr>
            </a:duotone>
            <a:alphaModFix amt="9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5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608865" y="1222075"/>
            <a:ext cx="6235700" cy="623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7326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22</TotalTime>
  <Words>1</Words>
  <Application>Microsoft Macintosh PowerPoint</Application>
  <PresentationFormat>Custom</PresentationFormat>
  <Paragraphs>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Exo 2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Xoliswa Ngcobo</dc:creator>
  <cp:lastModifiedBy>Xoliswa Ngcobo</cp:lastModifiedBy>
  <cp:revision>3</cp:revision>
  <dcterms:created xsi:type="dcterms:W3CDTF">2020-04-14T10:10:18Z</dcterms:created>
  <dcterms:modified xsi:type="dcterms:W3CDTF">2020-04-14T10:33:11Z</dcterms:modified>
</cp:coreProperties>
</file>