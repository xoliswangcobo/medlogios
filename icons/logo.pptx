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21"/>
    <p:restoredTop sz="94722"/>
  </p:normalViewPr>
  <p:slideViewPr>
    <p:cSldViewPr snapToGrid="0" snapToObjects="1">
      <p:cViewPr>
        <p:scale>
          <a:sx n="88" d="100"/>
          <a:sy n="88" d="100"/>
        </p:scale>
        <p:origin x="135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8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07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3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4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0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0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93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0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23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7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8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B0FC4-21C6-D146-A0D5-0462742094AE}" type="datetimeFigureOut">
              <a:rPr lang="en-US" smtClean="0"/>
              <a:t>4/14/20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B88BF-4866-634C-B909-D0957000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3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3BDD70A-7C2E-5F4B-8EB9-C8F05578B021}"/>
              </a:ext>
            </a:extLst>
          </p:cNvPr>
          <p:cNvGrpSpPr/>
          <p:nvPr/>
        </p:nvGrpSpPr>
        <p:grpSpPr>
          <a:xfrm>
            <a:off x="-1" y="-1"/>
            <a:ext cx="10799763" cy="10799763"/>
            <a:chOff x="-1" y="-1"/>
            <a:chExt cx="10799763" cy="107997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DE017F-8F36-324A-B283-B56C127D376D}"/>
                </a:ext>
              </a:extLst>
            </p:cNvPr>
            <p:cNvSpPr/>
            <p:nvPr/>
          </p:nvSpPr>
          <p:spPr>
            <a:xfrm>
              <a:off x="-1" y="-1"/>
              <a:ext cx="10799763" cy="10799763"/>
            </a:xfrm>
            <a:prstGeom prst="rect">
              <a:avLst/>
            </a:prstGeom>
            <a:solidFill>
              <a:srgbClr val="00C5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bIns="1260000" rtlCol="0" anchor="b" anchorCtr="1"/>
            <a:lstStyle/>
            <a:p>
              <a:pPr algn="ctr"/>
              <a:r>
                <a:rPr lang="en-US" sz="14400" dirty="0" err="1">
                  <a:solidFill>
                    <a:schemeClr val="tx1">
                      <a:lumMod val="95000"/>
                      <a:lumOff val="5000"/>
                      <a:alpha val="89000"/>
                    </a:schemeClr>
                  </a:solidFill>
                  <a:latin typeface="Exo 2" pitchFamily="2" charset="77"/>
                </a:rPr>
                <a:t>MedLog</a:t>
              </a:r>
              <a:endParaRPr lang="en-US" sz="14400" dirty="0">
                <a:solidFill>
                  <a:schemeClr val="tx1">
                    <a:lumMod val="95000"/>
                    <a:lumOff val="5000"/>
                    <a:alpha val="89000"/>
                  </a:schemeClr>
                </a:solidFill>
                <a:latin typeface="Exo 2" pitchFamily="2" charset="77"/>
              </a:endParaRPr>
            </a:p>
          </p:txBody>
        </p:sp>
        <p:pic>
          <p:nvPicPr>
            <p:cNvPr id="6" name="Picture 5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038D2FC-BD02-5C40-9BB6-A98EF111D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2000"/>
            </a:blip>
            <a:stretch>
              <a:fillRect/>
            </a:stretch>
          </p:blipFill>
          <p:spPr>
            <a:xfrm>
              <a:off x="955198" y="1036689"/>
              <a:ext cx="4939806" cy="540147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799A2-270F-F548-B860-C6F92B256B93}"/>
                </a:ext>
              </a:extLst>
            </p:cNvPr>
            <p:cNvSpPr/>
            <p:nvPr/>
          </p:nvSpPr>
          <p:spPr>
            <a:xfrm>
              <a:off x="3791451" y="4351726"/>
              <a:ext cx="2211185" cy="2044931"/>
            </a:xfrm>
            <a:prstGeom prst="rect">
              <a:avLst/>
            </a:prstGeom>
            <a:solidFill>
              <a:srgbClr val="00C5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A close up of a logo&#10;&#10;Description automatically generated">
              <a:extLst>
                <a:ext uri="{FF2B5EF4-FFF2-40B4-BE49-F238E27FC236}">
                  <a16:creationId xmlns:a16="http://schemas.microsoft.com/office/drawing/2014/main" id="{04ABE9C3-A9C0-5C48-8876-77D0CC7E1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9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08865" y="1222075"/>
              <a:ext cx="6235700" cy="6235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073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474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Exo 2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Xoliswa Ngcobo</dc:creator>
  <cp:lastModifiedBy>Xoliswa Ngcobo</cp:lastModifiedBy>
  <cp:revision>5</cp:revision>
  <dcterms:created xsi:type="dcterms:W3CDTF">2020-04-14T10:10:18Z</dcterms:created>
  <dcterms:modified xsi:type="dcterms:W3CDTF">2020-04-14T18:04:41Z</dcterms:modified>
</cp:coreProperties>
</file>